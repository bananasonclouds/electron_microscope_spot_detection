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0" r:id="rId3"/>
    <p:sldId id="266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15A66-241F-493D-A257-529A8088036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A44DD-E57E-4A74-AAA2-CCA714A8DD7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559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5FF30-DA61-482B-8095-7D7CD6FE9F95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068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FCF2-1588-E556-0ABD-F5B89DA53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C48C9-EFA6-B7EE-FB01-24FDA33AC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A6A0B-831E-AD9D-2FE7-79313ADD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D4064-B269-210C-4129-B51273E2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94774-8B16-6BA8-6E9C-B9B22896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2408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2BB7-BB42-C3E2-B600-EED94ED9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B9C30-370C-6E4D-FAEF-92E3BB50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9542-0708-CF17-D6AE-4036885F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75584-EBCC-8EE5-386D-B62AE4E0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DCD56-E3C6-5100-A6DA-C575A62B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120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0891-EDC8-565C-5817-80286681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3F4F3-1DB3-1A8E-7A6B-028683B5D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F8D72-670E-DDDA-704F-1EE4664E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7523F-D64B-F9E4-9FDC-809171A0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066F2-3485-BC0A-F0CB-91B2B1AF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274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0BCA-2818-452B-F08C-0243CAA6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6426C-83CE-B610-9312-FEA8CD9AD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1CABF-CF1B-AE4A-4D30-52D0FF3A1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FDB0D-2219-853D-426B-ADDA0321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3266B-5E7B-83C2-F281-7E524F351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1AEA5-59E7-E6D1-9D65-6903C244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70472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2DF0-932E-C464-2973-AF008B6D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AB16E-1CE6-DC47-B3BD-741332576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77DE1-23D8-39DA-99D1-D9F9F1FB8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FE22EB-0C14-4A1B-A248-D54936090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6B795-B27C-61AC-D58D-2C92BA801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F36BE-8013-39C8-DA8A-92430F72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145BA-1DC9-9299-14DB-AF8A614A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4537D-6E0B-F385-6C70-2E646B79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179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D515-C20C-D5CF-3080-EBB83A2D8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A6DE7-11F8-4F13-B787-E136BF50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4E04A-86CE-8D44-8CEB-BBA1CCFA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28555-E043-467F-4717-B6B84AFC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9187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C0638-CAC8-D035-0E40-EF6738BC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F605B-E757-F271-666A-6E8A460A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31E78-5175-BDF0-95BC-348D0284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921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DFC4-12CE-01E7-061B-AA4A1141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7D05D-097A-3224-4388-71AF15059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29E1D-38FC-C4EE-956D-FDF1CCEEF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93875-C39B-08DE-1BB7-4C634BEC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D8175-CAFE-2DC0-63F3-8E74798C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D9785-4C78-638E-46BA-E40477BA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4769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CF01-46E4-F64F-67EE-DE3D2C87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42CD6-342D-5955-286B-03CAFB4ED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6A81E-05AB-54C0-483F-7F9417A1F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5E05C-AF43-0A0A-EE91-1A8F75DB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DF6DB-1B79-437F-1B8B-B8196926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619B5-FBEB-2BE8-98E8-E7FD3EEA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570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308C-D9B9-AE05-6D92-1E114DAF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89E68-9856-A4DD-F019-C50186C1F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7B7A-BFA4-F282-18C7-E5D1AFB97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34F2C-328F-E09C-1B5D-1484FCF4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F9CBF-7FDF-24D7-08E2-B27D8B9D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252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0059E-779F-648E-5EB5-70F37100B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84042-2852-6ECE-5529-4C97AA538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B5AC1-06AC-951D-CDDC-0E387B35A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B96B4-5E6A-0A5B-892F-074D665A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2B99A-FF5D-3617-AB53-7E9EF3E2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908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BF976-1CFD-0D06-8A41-0A94BBB4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70778-4774-BD72-6901-B5E258EE7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66E55-079C-1BCA-667D-8EA42F386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D8611-38AE-4F07-9B87-00F6510E2DC5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65CB2-6248-AEB8-B611-C3327673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DB732-81D2-4A94-3285-5FA6FFCD8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B7348-BA2B-4398-9B6E-1C8F5AC0AB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9041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"/><Relationship Id="rId3" Type="http://schemas.openxmlformats.org/officeDocument/2006/relationships/image" Target="../media/image9.tif"/><Relationship Id="rId7" Type="http://schemas.openxmlformats.org/officeDocument/2006/relationships/image" Target="../media/image12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if"/><Relationship Id="rId5" Type="http://schemas.microsoft.com/office/2007/relationships/hdphoto" Target="../media/hdphoto2.wdp"/><Relationship Id="rId10" Type="http://schemas.openxmlformats.org/officeDocument/2006/relationships/image" Target="../media/image15.tif"/><Relationship Id="rId4" Type="http://schemas.openxmlformats.org/officeDocument/2006/relationships/image" Target="../media/image10.png"/><Relationship Id="rId9" Type="http://schemas.openxmlformats.org/officeDocument/2006/relationships/image" Target="../media/image14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4D100-1720-DCBB-FA9C-C1012C2D6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508" y="561988"/>
            <a:ext cx="9108984" cy="573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7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147999B-A69D-3987-52F6-BF0A34AFB20C}"/>
              </a:ext>
            </a:extLst>
          </p:cNvPr>
          <p:cNvGrpSpPr/>
          <p:nvPr/>
        </p:nvGrpSpPr>
        <p:grpSpPr>
          <a:xfrm>
            <a:off x="2949513" y="320338"/>
            <a:ext cx="7357660" cy="5586012"/>
            <a:chOff x="2864847" y="366905"/>
            <a:chExt cx="7357660" cy="55860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104EECD-F8CD-3A89-5E6A-DC30F9BA50B2}"/>
                </a:ext>
              </a:extLst>
            </p:cNvPr>
            <p:cNvSpPr/>
            <p:nvPr/>
          </p:nvSpPr>
          <p:spPr>
            <a:xfrm>
              <a:off x="3501814" y="730390"/>
              <a:ext cx="1752600" cy="5222527"/>
            </a:xfrm>
            <a:prstGeom prst="rect">
              <a:avLst/>
            </a:prstGeom>
            <a:solidFill>
              <a:srgbClr val="F5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26EFDB-30BE-3D6C-6893-C84F72B5E674}"/>
                </a:ext>
              </a:extLst>
            </p:cNvPr>
            <p:cNvSpPr/>
            <p:nvPr/>
          </p:nvSpPr>
          <p:spPr>
            <a:xfrm>
              <a:off x="5163609" y="2620962"/>
              <a:ext cx="90805" cy="473075"/>
            </a:xfrm>
            <a:prstGeom prst="rect">
              <a:avLst/>
            </a:prstGeom>
            <a:solidFill>
              <a:srgbClr val="F5F5F5"/>
            </a:solidFill>
            <a:ln>
              <a:solidFill>
                <a:srgbClr val="F5F5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rgbClr val="F5F5F5"/>
                </a:solidFill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66F19184-0D41-E398-4F3F-0DEB118A5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25127" y="2556351"/>
              <a:ext cx="1435509" cy="770046"/>
            </a:xfrm>
            <a:prstGeom prst="rect">
              <a:avLst/>
            </a:prstGeom>
          </p:spPr>
        </p:pic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FA3872FF-89F9-A8D5-3ABD-107986FAC611}"/>
                </a:ext>
              </a:extLst>
            </p:cNvPr>
            <p:cNvSpPr/>
            <p:nvPr/>
          </p:nvSpPr>
          <p:spPr>
            <a:xfrm rot="15919079">
              <a:off x="7036970" y="-222814"/>
              <a:ext cx="499578" cy="5789435"/>
            </a:xfrm>
            <a:prstGeom prst="trapezoid">
              <a:avLst>
                <a:gd name="adj" fmla="val 35197"/>
              </a:avLst>
            </a:prstGeom>
            <a:solidFill>
              <a:srgbClr val="215F9A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5DAA7E5F-FB14-A770-1520-71043ECCAD0B}"/>
                </a:ext>
              </a:extLst>
            </p:cNvPr>
            <p:cNvSpPr/>
            <p:nvPr/>
          </p:nvSpPr>
          <p:spPr>
            <a:xfrm>
              <a:off x="3102137" y="4323115"/>
              <a:ext cx="2545977" cy="1628519"/>
            </a:xfrm>
            <a:prstGeom prst="trapezoid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F99AF97F-980D-572D-F90A-70C367D5E6D4}"/>
                </a:ext>
              </a:extLst>
            </p:cNvPr>
            <p:cNvSpPr/>
            <p:nvPr/>
          </p:nvSpPr>
          <p:spPr>
            <a:xfrm>
              <a:off x="3669944" y="2873821"/>
              <a:ext cx="1423255" cy="2144713"/>
            </a:xfrm>
            <a:prstGeom prst="trapezoid">
              <a:avLst>
                <a:gd name="adj" fmla="val 45189"/>
              </a:avLst>
            </a:prstGeom>
            <a:solidFill>
              <a:srgbClr val="3B7D23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A84CD88-36DD-38B2-B3DD-89D2D2199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6795" t="36083" r="46271" b="54063"/>
            <a:stretch>
              <a:fillRect/>
            </a:stretch>
          </p:blipFill>
          <p:spPr>
            <a:xfrm rot="230732">
              <a:off x="3662895" y="4500792"/>
              <a:ext cx="1436835" cy="1140122"/>
            </a:xfrm>
            <a:prstGeom prst="ellipse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9AC1CE0-3EE3-F39C-8A83-30F881A0DB8A}"/>
                </a:ext>
              </a:extLst>
            </p:cNvPr>
            <p:cNvSpPr/>
            <p:nvPr/>
          </p:nvSpPr>
          <p:spPr>
            <a:xfrm>
              <a:off x="3669944" y="4478299"/>
              <a:ext cx="1423255" cy="1155089"/>
            </a:xfrm>
            <a:prstGeom prst="ellipse">
              <a:avLst/>
            </a:prstGeom>
            <a:solidFill>
              <a:srgbClr val="3B7D23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B3F6C93-8D59-37FB-2F91-0463E355F9DD}"/>
                </a:ext>
              </a:extLst>
            </p:cNvPr>
            <p:cNvSpPr/>
            <p:nvPr/>
          </p:nvSpPr>
          <p:spPr>
            <a:xfrm>
              <a:off x="3669944" y="4508317"/>
              <a:ext cx="1423255" cy="112507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" name="Trapezoid 13">
              <a:extLst>
                <a:ext uri="{FF2B5EF4-FFF2-40B4-BE49-F238E27FC236}">
                  <a16:creationId xmlns:a16="http://schemas.microsoft.com/office/drawing/2014/main" id="{AD8541DC-EB8F-65F1-63E4-BFDC0D6E56BA}"/>
                </a:ext>
              </a:extLst>
            </p:cNvPr>
            <p:cNvSpPr/>
            <p:nvPr/>
          </p:nvSpPr>
          <p:spPr>
            <a:xfrm rot="10800000">
              <a:off x="3669944" y="729108"/>
              <a:ext cx="1423255" cy="2144713"/>
            </a:xfrm>
            <a:prstGeom prst="trapezoid">
              <a:avLst>
                <a:gd name="adj" fmla="val 45189"/>
              </a:avLst>
            </a:prstGeom>
            <a:solidFill>
              <a:srgbClr val="3B7D23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Flowchart: Direct Access Storage 14">
              <a:extLst>
                <a:ext uri="{FF2B5EF4-FFF2-40B4-BE49-F238E27FC236}">
                  <a16:creationId xmlns:a16="http://schemas.microsoft.com/office/drawing/2014/main" id="{07683D76-5C82-D18B-3EF8-10A883455D82}"/>
                </a:ext>
              </a:extLst>
            </p:cNvPr>
            <p:cNvSpPr/>
            <p:nvPr/>
          </p:nvSpPr>
          <p:spPr>
            <a:xfrm>
              <a:off x="6771854" y="2367946"/>
              <a:ext cx="990255" cy="973708"/>
            </a:xfrm>
            <a:prstGeom prst="flowChartMagneticDrum">
              <a:avLst/>
            </a:prstGeom>
            <a:solidFill>
              <a:srgbClr val="5959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9684F597-7533-2B37-6B29-F07AC92F7E5F}"/>
                </a:ext>
              </a:extLst>
            </p:cNvPr>
            <p:cNvSpPr/>
            <p:nvPr/>
          </p:nvSpPr>
          <p:spPr>
            <a:xfrm rot="16200000">
              <a:off x="7281759" y="2362371"/>
              <a:ext cx="1594800" cy="990256"/>
            </a:xfrm>
            <a:prstGeom prst="trapezoid">
              <a:avLst>
                <a:gd name="adj" fmla="val 31412"/>
              </a:avLst>
            </a:prstGeom>
            <a:solidFill>
              <a:srgbClr val="59595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rgbClr val="D1D1D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7CA2CBB-8066-7C3E-7BD5-3D7F074453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4031" y="3341654"/>
              <a:ext cx="990255" cy="3076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D394EA-F61F-A690-03AE-618C4EF128A1}"/>
                </a:ext>
              </a:extLst>
            </p:cNvPr>
            <p:cNvSpPr/>
            <p:nvPr/>
          </p:nvSpPr>
          <p:spPr>
            <a:xfrm>
              <a:off x="7573740" y="2394711"/>
              <a:ext cx="358775" cy="927291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96C921-20A1-8E31-02B6-3AC2D7A1FD21}"/>
                </a:ext>
              </a:extLst>
            </p:cNvPr>
            <p:cNvSpPr/>
            <p:nvPr/>
          </p:nvSpPr>
          <p:spPr>
            <a:xfrm rot="1016978">
              <a:off x="7695560" y="2508448"/>
              <a:ext cx="358775" cy="889191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06E750-955C-7B3F-8F49-F0B17CA1FF5B}"/>
                </a:ext>
              </a:extLst>
            </p:cNvPr>
            <p:cNvSpPr/>
            <p:nvPr/>
          </p:nvSpPr>
          <p:spPr>
            <a:xfrm rot="20611299">
              <a:off x="7687502" y="2316364"/>
              <a:ext cx="358775" cy="889191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8E1E157-8FBD-CC8E-9F6C-E451004154CC}"/>
                </a:ext>
              </a:extLst>
            </p:cNvPr>
            <p:cNvSpPr/>
            <p:nvPr/>
          </p:nvSpPr>
          <p:spPr>
            <a:xfrm>
              <a:off x="10063488" y="1822966"/>
              <a:ext cx="159019" cy="969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59A7EF-1F01-92EF-78CC-2564F890186C}"/>
                </a:ext>
              </a:extLst>
            </p:cNvPr>
            <p:cNvSpPr/>
            <p:nvPr/>
          </p:nvSpPr>
          <p:spPr>
            <a:xfrm>
              <a:off x="8582224" y="2058996"/>
              <a:ext cx="1188000" cy="1598400"/>
            </a:xfrm>
            <a:prstGeom prst="rect">
              <a:avLst/>
            </a:prstGeom>
            <a:solidFill>
              <a:srgbClr val="59595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5B8B0D6-4BCD-8FEB-59FC-C77AB30E8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3869" t="23106" r="16231" b="14792"/>
            <a:stretch>
              <a:fillRect/>
            </a:stretch>
          </p:blipFill>
          <p:spPr>
            <a:xfrm rot="5400000">
              <a:off x="8442039" y="2321400"/>
              <a:ext cx="1468370" cy="10668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8EFCFF7-B58C-5CD2-6675-0D02AA759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8807" y="2142619"/>
              <a:ext cx="1359336" cy="1597510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D8F6A8-0884-FBD8-6595-0F9B62F37148}"/>
                </a:ext>
              </a:extLst>
            </p:cNvPr>
            <p:cNvSpPr/>
            <p:nvPr/>
          </p:nvSpPr>
          <p:spPr>
            <a:xfrm>
              <a:off x="5230096" y="2610152"/>
              <a:ext cx="45719" cy="504000"/>
            </a:xfrm>
            <a:prstGeom prst="ellipse">
              <a:avLst/>
            </a:prstGeom>
            <a:solidFill>
              <a:srgbClr val="808000">
                <a:alpha val="37255"/>
              </a:srgb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9C01DC-0F75-FC7C-A7B5-1F38950FC7F1}"/>
                </a:ext>
              </a:extLst>
            </p:cNvPr>
            <p:cNvSpPr txBox="1"/>
            <p:nvPr/>
          </p:nvSpPr>
          <p:spPr>
            <a:xfrm>
              <a:off x="3579178" y="743130"/>
              <a:ext cx="162983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Electron beam</a:t>
              </a:r>
            </a:p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200 kV</a:t>
              </a:r>
              <a:endParaRPr lang="de-CH" sz="1400" dirty="0"/>
            </a:p>
            <a:p>
              <a:endParaRPr lang="de-CH" sz="1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45395F-D480-7BE9-4269-E03045EE86CB}"/>
                </a:ext>
              </a:extLst>
            </p:cNvPr>
            <p:cNvSpPr txBox="1"/>
            <p:nvPr/>
          </p:nvSpPr>
          <p:spPr>
            <a:xfrm>
              <a:off x="5269686" y="2112396"/>
              <a:ext cx="16298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Scanning laser</a:t>
              </a:r>
            </a:p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405 nm </a:t>
              </a:r>
              <a:endParaRPr lang="de-CH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91BFA7-9E36-EF2B-C798-428624DE280E}"/>
                </a:ext>
              </a:extLst>
            </p:cNvPr>
            <p:cNvSpPr txBox="1"/>
            <p:nvPr/>
          </p:nvSpPr>
          <p:spPr>
            <a:xfrm>
              <a:off x="6791176" y="3588985"/>
              <a:ext cx="179838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Long-distance zoom microscope</a:t>
              </a:r>
              <a:endParaRPr lang="de-CH" sz="14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65CF96-35CF-168E-CB08-156C60D5D05B}"/>
                </a:ext>
              </a:extLst>
            </p:cNvPr>
            <p:cNvSpPr txBox="1"/>
            <p:nvPr/>
          </p:nvSpPr>
          <p:spPr>
            <a:xfrm>
              <a:off x="8361307" y="1513754"/>
              <a:ext cx="16298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Fluorescence image</a:t>
              </a:r>
              <a:endParaRPr lang="de-CH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4C976A-1A7D-4EC6-2142-E2C146885F67}"/>
                </a:ext>
              </a:extLst>
            </p:cNvPr>
            <p:cNvSpPr txBox="1"/>
            <p:nvPr/>
          </p:nvSpPr>
          <p:spPr>
            <a:xfrm>
              <a:off x="5177942" y="4847313"/>
              <a:ext cx="16298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TEM</a:t>
              </a:r>
            </a:p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image</a:t>
              </a:r>
              <a:endParaRPr lang="de-CH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83F6E5D-95CD-B555-2083-7663A0EB8754}"/>
                </a:ext>
              </a:extLst>
            </p:cNvPr>
            <p:cNvSpPr txBox="1"/>
            <p:nvPr/>
          </p:nvSpPr>
          <p:spPr>
            <a:xfrm>
              <a:off x="4833197" y="3047078"/>
              <a:ext cx="16298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20 cm</a:t>
              </a:r>
              <a:endParaRPr lang="de-CH" sz="140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9A09592-6823-D73E-00EF-5396B762D601}"/>
                </a:ext>
              </a:extLst>
            </p:cNvPr>
            <p:cNvCxnSpPr>
              <a:cxnSpLocks/>
            </p:cNvCxnSpPr>
            <p:nvPr/>
          </p:nvCxnSpPr>
          <p:spPr>
            <a:xfrm>
              <a:off x="4375125" y="3025252"/>
              <a:ext cx="2396729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Arrow: Curved Right 32">
              <a:extLst>
                <a:ext uri="{FF2B5EF4-FFF2-40B4-BE49-F238E27FC236}">
                  <a16:creationId xmlns:a16="http://schemas.microsoft.com/office/drawing/2014/main" id="{05753A76-AE8B-F2CF-B275-AEB398222A02}"/>
                </a:ext>
              </a:extLst>
            </p:cNvPr>
            <p:cNvSpPr/>
            <p:nvPr/>
          </p:nvSpPr>
          <p:spPr>
            <a:xfrm rot="12748824" flipH="1">
              <a:off x="3606129" y="2406932"/>
              <a:ext cx="147271" cy="367135"/>
            </a:xfrm>
            <a:prstGeom prst="curved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3F1E29D-1A5E-2BA6-B997-EA337515D73F}"/>
                </a:ext>
              </a:extLst>
            </p:cNvPr>
            <p:cNvSpPr txBox="1"/>
            <p:nvPr/>
          </p:nvSpPr>
          <p:spPr>
            <a:xfrm>
              <a:off x="2864847" y="2177789"/>
              <a:ext cx="16298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60º</a:t>
              </a:r>
              <a:endParaRPr lang="de-CH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1DAF5D-F28F-0308-D32B-A5829CCAFF2F}"/>
                </a:ext>
              </a:extLst>
            </p:cNvPr>
            <p:cNvSpPr txBox="1"/>
            <p:nvPr/>
          </p:nvSpPr>
          <p:spPr>
            <a:xfrm>
              <a:off x="3494902" y="366905"/>
              <a:ext cx="17983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TEM column</a:t>
              </a:r>
              <a:endParaRPr lang="de-CH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75300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and white photo of a square with dots&#10;&#10;AI-generated content may be incorrect.">
            <a:extLst>
              <a:ext uri="{FF2B5EF4-FFF2-40B4-BE49-F238E27FC236}">
                <a16:creationId xmlns:a16="http://schemas.microsoft.com/office/drawing/2014/main" id="{E40C1C15-BF71-F8FE-72E6-932CFCFC9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17" y="1103381"/>
            <a:ext cx="4351338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F7AB01-08E0-576D-95F1-F721E2AF6F18}"/>
              </a:ext>
            </a:extLst>
          </p:cNvPr>
          <p:cNvSpPr/>
          <p:nvPr/>
        </p:nvSpPr>
        <p:spPr>
          <a:xfrm>
            <a:off x="2312505" y="2723322"/>
            <a:ext cx="291548" cy="848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A18A5-7BCF-AF0E-0D9E-F0AF7C81CFB5}"/>
              </a:ext>
            </a:extLst>
          </p:cNvPr>
          <p:cNvSpPr/>
          <p:nvPr/>
        </p:nvSpPr>
        <p:spPr>
          <a:xfrm>
            <a:off x="2378766" y="4606580"/>
            <a:ext cx="291548" cy="848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30BA19-DA39-3D80-9F89-3E9E7C7BFBD5}"/>
              </a:ext>
            </a:extLst>
          </p:cNvPr>
          <p:cNvSpPr/>
          <p:nvPr/>
        </p:nvSpPr>
        <p:spPr>
          <a:xfrm>
            <a:off x="3074505" y="3360875"/>
            <a:ext cx="291548" cy="848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8D554-CA95-6401-25AA-7012F1C7CCEB}"/>
              </a:ext>
            </a:extLst>
          </p:cNvPr>
          <p:cNvSpPr txBox="1"/>
          <p:nvPr/>
        </p:nvSpPr>
        <p:spPr>
          <a:xfrm>
            <a:off x="6743047" y="1103381"/>
            <a:ext cx="4691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assess the resolution of the </a:t>
            </a:r>
            <a:r>
              <a:rPr lang="en-US" dirty="0" err="1"/>
              <a:t>fluo</a:t>
            </a:r>
            <a:r>
              <a:rPr lang="en-US" dirty="0"/>
              <a:t>, let’s use these three boxes.</a:t>
            </a:r>
          </a:p>
          <a:p>
            <a:pPr marL="342900" indent="-342900" algn="ctr">
              <a:buAutoNum type="arabicPeriod"/>
            </a:pPr>
            <a:r>
              <a:rPr lang="en-US" dirty="0"/>
              <a:t>5.5 </a:t>
            </a:r>
            <a:r>
              <a:rPr lang="en-US" dirty="0" err="1"/>
              <a:t>μm</a:t>
            </a: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3.6 </a:t>
            </a:r>
            <a:r>
              <a:rPr lang="en-US" dirty="0" err="1"/>
              <a:t>μm</a:t>
            </a: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2.3 </a:t>
            </a:r>
            <a:r>
              <a:rPr lang="en-US" dirty="0" err="1"/>
              <a:t>μm</a:t>
            </a:r>
            <a:endParaRPr lang="en-US" dirty="0"/>
          </a:p>
          <a:p>
            <a:pPr algn="ctr"/>
            <a:r>
              <a:rPr lang="en-US" dirty="0"/>
              <a:t>The nominal resolution of our microscope is 4.2, so a single image should resolve only 1</a:t>
            </a:r>
          </a:p>
          <a:p>
            <a:pPr marL="342900" indent="-342900" algn="ctr">
              <a:buAutoNum type="arabicPeriod"/>
            </a:pPr>
            <a:endParaRPr lang="de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24654-E2EC-DA25-4978-D43BD32BD27C}"/>
              </a:ext>
            </a:extLst>
          </p:cNvPr>
          <p:cNvSpPr txBox="1"/>
          <p:nvPr/>
        </p:nvSpPr>
        <p:spPr>
          <a:xfrm>
            <a:off x="1979577" y="30020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90ACC-9945-857A-277F-4BE2BD500D72}"/>
              </a:ext>
            </a:extLst>
          </p:cNvPr>
          <p:cNvSpPr txBox="1"/>
          <p:nvPr/>
        </p:nvSpPr>
        <p:spPr>
          <a:xfrm>
            <a:off x="2636131" y="484598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D967C-45B7-11F6-276E-F289BCD91301}"/>
              </a:ext>
            </a:extLst>
          </p:cNvPr>
          <p:cNvSpPr txBox="1"/>
          <p:nvPr/>
        </p:nvSpPr>
        <p:spPr>
          <a:xfrm>
            <a:off x="3337406" y="35213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endParaRPr lang="de-CH" dirty="0">
              <a:solidFill>
                <a:srgbClr val="FF0000"/>
              </a:solidFill>
            </a:endParaRPr>
          </a:p>
        </p:txBody>
      </p:sp>
      <p:pic>
        <p:nvPicPr>
          <p:cNvPr id="2" name="Picture 1" descr="A collage of images of stars&#10;&#10;AI-generated content may be incorrect.">
            <a:extLst>
              <a:ext uri="{FF2B5EF4-FFF2-40B4-BE49-F238E27FC236}">
                <a16:creationId xmlns:a16="http://schemas.microsoft.com/office/drawing/2014/main" id="{D6C600C8-1191-5887-0740-83E212756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11" r="33542" b="50000"/>
          <a:stretch>
            <a:fillRect/>
          </a:stretch>
        </p:blipFill>
        <p:spPr>
          <a:xfrm>
            <a:off x="7403081" y="3186717"/>
            <a:ext cx="3371316" cy="342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4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ack and white image of a starry sky&#10;&#10;AI-generated content may be incorrect.">
            <a:extLst>
              <a:ext uri="{FF2B5EF4-FFF2-40B4-BE49-F238E27FC236}">
                <a16:creationId xmlns:a16="http://schemas.microsoft.com/office/drawing/2014/main" id="{97FE971F-84F9-F974-04DA-B5D64E84F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6" t="36194" r="63467" b="42657"/>
          <a:stretch>
            <a:fillRect/>
          </a:stretch>
        </p:blipFill>
        <p:spPr>
          <a:xfrm rot="5400000">
            <a:off x="2252594" y="1583342"/>
            <a:ext cx="644685" cy="1294034"/>
          </a:xfrm>
          <a:prstGeom prst="rect">
            <a:avLst/>
          </a:prstGeom>
        </p:spPr>
      </p:pic>
      <p:pic>
        <p:nvPicPr>
          <p:cNvPr id="4" name="Picture 3" descr="A collage of images of a few spots&#10;&#10;AI-generated content may be incorrect.">
            <a:extLst>
              <a:ext uri="{FF2B5EF4-FFF2-40B4-BE49-F238E27FC236}">
                <a16:creationId xmlns:a16="http://schemas.microsoft.com/office/drawing/2014/main" id="{1C4DAA83-5CBC-2303-B011-5F403A200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015" t="19459" r="78817" b="70591"/>
          <a:stretch>
            <a:fillRect/>
          </a:stretch>
        </p:blipFill>
        <p:spPr>
          <a:xfrm rot="5400000">
            <a:off x="498378" y="1583341"/>
            <a:ext cx="644685" cy="12940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34422C-0ED1-E128-F28A-E8830127D5C1}"/>
              </a:ext>
            </a:extLst>
          </p:cNvPr>
          <p:cNvSpPr txBox="1"/>
          <p:nvPr/>
        </p:nvSpPr>
        <p:spPr>
          <a:xfrm>
            <a:off x="543239" y="1573214"/>
            <a:ext cx="5549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≈ 5 </a:t>
            </a:r>
            <a:r>
              <a:rPr lang="en-US" sz="1000" dirty="0" err="1"/>
              <a:t>μm</a:t>
            </a:r>
            <a:endParaRPr lang="de-CH" sz="1000" dirty="0"/>
          </a:p>
        </p:txBody>
      </p:sp>
      <p:pic>
        <p:nvPicPr>
          <p:cNvPr id="7" name="Picture 6" descr="A collage of images of a few spots&#10;&#10;AI-generated content may be incorrect.">
            <a:extLst>
              <a:ext uri="{FF2B5EF4-FFF2-40B4-BE49-F238E27FC236}">
                <a16:creationId xmlns:a16="http://schemas.microsoft.com/office/drawing/2014/main" id="{69C6F712-21E8-56F6-B865-793D697F3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409" t="39209" r="78423" b="50842"/>
          <a:stretch>
            <a:fillRect/>
          </a:stretch>
        </p:blipFill>
        <p:spPr>
          <a:xfrm rot="5400000">
            <a:off x="498377" y="2516645"/>
            <a:ext cx="644684" cy="1294035"/>
          </a:xfrm>
          <a:prstGeom prst="rect">
            <a:avLst/>
          </a:prstGeom>
        </p:spPr>
      </p:pic>
      <p:pic>
        <p:nvPicPr>
          <p:cNvPr id="8" name="Picture 7" descr="A collage of images of a few spots&#10;&#10;AI-generated content may be incorrect.">
            <a:extLst>
              <a:ext uri="{FF2B5EF4-FFF2-40B4-BE49-F238E27FC236}">
                <a16:creationId xmlns:a16="http://schemas.microsoft.com/office/drawing/2014/main" id="{B9827DF2-6DAA-B6C9-E706-DE6A17C9E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70" t="26067" r="72000" b="63984"/>
          <a:stretch>
            <a:fillRect/>
          </a:stretch>
        </p:blipFill>
        <p:spPr>
          <a:xfrm rot="5400000">
            <a:off x="494107" y="3439260"/>
            <a:ext cx="623305" cy="129403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6CFD81-E2E0-135C-6ABA-17A3DF281EB6}"/>
              </a:ext>
            </a:extLst>
          </p:cNvPr>
          <p:cNvCxnSpPr>
            <a:cxnSpLocks/>
          </p:cNvCxnSpPr>
          <p:nvPr/>
        </p:nvCxnSpPr>
        <p:spPr>
          <a:xfrm>
            <a:off x="535759" y="1806027"/>
            <a:ext cx="5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BD3D192-9B4E-0D79-B67E-1125250B9000}"/>
              </a:ext>
            </a:extLst>
          </p:cNvPr>
          <p:cNvSpPr txBox="1"/>
          <p:nvPr/>
        </p:nvSpPr>
        <p:spPr>
          <a:xfrm>
            <a:off x="173702" y="1340400"/>
            <a:ext cx="1294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TEM</a:t>
            </a:r>
            <a:endParaRPr lang="de-CH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B32BBB-6A50-DAF0-EC25-66F8B2E47EC5}"/>
              </a:ext>
            </a:extLst>
          </p:cNvPr>
          <p:cNvSpPr txBox="1"/>
          <p:nvPr/>
        </p:nvSpPr>
        <p:spPr>
          <a:xfrm>
            <a:off x="1947236" y="1463510"/>
            <a:ext cx="1294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Single </a:t>
            </a:r>
            <a:r>
              <a:rPr lang="en-US" sz="1000" dirty="0" err="1"/>
              <a:t>fluo</a:t>
            </a:r>
            <a:r>
              <a:rPr lang="en-US" sz="1000" dirty="0"/>
              <a:t> image</a:t>
            </a:r>
            <a:endParaRPr lang="de-CH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5E427-E7ED-58A5-ED59-FF66BD536A7E}"/>
              </a:ext>
            </a:extLst>
          </p:cNvPr>
          <p:cNvSpPr txBox="1"/>
          <p:nvPr/>
        </p:nvSpPr>
        <p:spPr>
          <a:xfrm>
            <a:off x="5436359" y="1463510"/>
            <a:ext cx="129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Average of 201 images</a:t>
            </a:r>
            <a:endParaRPr lang="de-CH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701A0A-104B-F5D6-61A9-28CAB92AF137}"/>
              </a:ext>
            </a:extLst>
          </p:cNvPr>
          <p:cNvSpPr txBox="1"/>
          <p:nvPr/>
        </p:nvSpPr>
        <p:spPr>
          <a:xfrm>
            <a:off x="3662825" y="1465590"/>
            <a:ext cx="129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Richarson Lucy on single image</a:t>
            </a:r>
            <a:endParaRPr lang="de-CH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E55D0B-2CEA-3E77-BD79-59BB54F1A461}"/>
              </a:ext>
            </a:extLst>
          </p:cNvPr>
          <p:cNvSpPr txBox="1"/>
          <p:nvPr/>
        </p:nvSpPr>
        <p:spPr>
          <a:xfrm>
            <a:off x="7190574" y="1497032"/>
            <a:ext cx="129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Richardson_lucy</a:t>
            </a:r>
            <a:r>
              <a:rPr lang="en-US" sz="1000" dirty="0"/>
              <a:t> on the Average</a:t>
            </a:r>
            <a:endParaRPr lang="de-CH" sz="1000" dirty="0"/>
          </a:p>
        </p:txBody>
      </p:sp>
      <p:pic>
        <p:nvPicPr>
          <p:cNvPr id="39" name="Picture 38" descr="A white light in the sky&#10;&#10;AI-generated content may be incorrect.">
            <a:extLst>
              <a:ext uri="{FF2B5EF4-FFF2-40B4-BE49-F238E27FC236}">
                <a16:creationId xmlns:a16="http://schemas.microsoft.com/office/drawing/2014/main" id="{16E65EFD-778C-738F-8E8E-BBA84038D6A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6" t="36532" r="63378" b="42120"/>
          <a:stretch>
            <a:fillRect/>
          </a:stretch>
        </p:blipFill>
        <p:spPr>
          <a:xfrm rot="5400000">
            <a:off x="7515250" y="1576855"/>
            <a:ext cx="644687" cy="1294034"/>
          </a:xfrm>
          <a:prstGeom prst="rect">
            <a:avLst/>
          </a:prstGeom>
        </p:spPr>
      </p:pic>
      <p:pic>
        <p:nvPicPr>
          <p:cNvPr id="40" name="Picture 39" descr="A white light in the sky&#10;&#10;AI-generated content may be incorrect.">
            <a:extLst>
              <a:ext uri="{FF2B5EF4-FFF2-40B4-BE49-F238E27FC236}">
                <a16:creationId xmlns:a16="http://schemas.microsoft.com/office/drawing/2014/main" id="{3D43BD9B-A2A2-650E-7E30-F5F1039224B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3" t="78652" r="63251"/>
          <a:stretch>
            <a:fillRect/>
          </a:stretch>
        </p:blipFill>
        <p:spPr>
          <a:xfrm rot="5400000">
            <a:off x="7515248" y="2513403"/>
            <a:ext cx="644687" cy="1294034"/>
          </a:xfrm>
          <a:prstGeom prst="rect">
            <a:avLst/>
          </a:prstGeom>
        </p:spPr>
      </p:pic>
      <p:pic>
        <p:nvPicPr>
          <p:cNvPr id="41" name="Picture 40" descr="A white light in the sky&#10;&#10;AI-generated content may be incorrect.">
            <a:extLst>
              <a:ext uri="{FF2B5EF4-FFF2-40B4-BE49-F238E27FC236}">
                <a16:creationId xmlns:a16="http://schemas.microsoft.com/office/drawing/2014/main" id="{DA83D58E-CEF7-AE12-88C1-0E84AE972D8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28" t="49394" r="47036" b="29258"/>
          <a:stretch>
            <a:fillRect/>
          </a:stretch>
        </p:blipFill>
        <p:spPr>
          <a:xfrm rot="5400000">
            <a:off x="7515247" y="3428570"/>
            <a:ext cx="644687" cy="1294034"/>
          </a:xfrm>
          <a:prstGeom prst="rect">
            <a:avLst/>
          </a:prstGeom>
        </p:spPr>
      </p:pic>
      <p:pic>
        <p:nvPicPr>
          <p:cNvPr id="44" name="Picture 43" descr="A black and white image of a starry sky&#10;&#10;AI-generated content may be incorrect.">
            <a:extLst>
              <a:ext uri="{FF2B5EF4-FFF2-40B4-BE49-F238E27FC236}">
                <a16:creationId xmlns:a16="http://schemas.microsoft.com/office/drawing/2014/main" id="{0323ABD8-9820-581B-25F0-BE8DDDFBB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2" t="50000" r="45381" b="28851"/>
          <a:stretch>
            <a:fillRect/>
          </a:stretch>
        </p:blipFill>
        <p:spPr>
          <a:xfrm rot="5400000">
            <a:off x="2271911" y="3449949"/>
            <a:ext cx="644685" cy="1294034"/>
          </a:xfrm>
          <a:prstGeom prst="rect">
            <a:avLst/>
          </a:prstGeom>
        </p:spPr>
      </p:pic>
      <p:pic>
        <p:nvPicPr>
          <p:cNvPr id="45" name="Picture 44" descr="A black and white image of a starry sky&#10;&#10;AI-generated content may be incorrect.">
            <a:extLst>
              <a:ext uri="{FF2B5EF4-FFF2-40B4-BE49-F238E27FC236}">
                <a16:creationId xmlns:a16="http://schemas.microsoft.com/office/drawing/2014/main" id="{44912FE2-7295-343B-6D24-2B0CA32F8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9" t="78851" r="61084"/>
          <a:stretch>
            <a:fillRect/>
          </a:stretch>
        </p:blipFill>
        <p:spPr>
          <a:xfrm rot="5400000">
            <a:off x="2252591" y="2513402"/>
            <a:ext cx="644685" cy="1294034"/>
          </a:xfrm>
          <a:prstGeom prst="rect">
            <a:avLst/>
          </a:prstGeom>
        </p:spPr>
      </p:pic>
      <p:pic>
        <p:nvPicPr>
          <p:cNvPr id="47" name="Picture 46" descr="A black and white image of a black sky&#10;&#10;AI-generated content may be incorrect.">
            <a:extLst>
              <a:ext uri="{FF2B5EF4-FFF2-40B4-BE49-F238E27FC236}">
                <a16:creationId xmlns:a16="http://schemas.microsoft.com/office/drawing/2014/main" id="{79859AAB-5D68-4F35-CC4C-EAA9861A00C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76" t="34892" r="63539" b="43863"/>
          <a:stretch>
            <a:fillRect/>
          </a:stretch>
        </p:blipFill>
        <p:spPr>
          <a:xfrm rot="5400000">
            <a:off x="4006815" y="1583340"/>
            <a:ext cx="644687" cy="1294036"/>
          </a:xfrm>
          <a:prstGeom prst="rect">
            <a:avLst/>
          </a:prstGeom>
        </p:spPr>
      </p:pic>
      <p:pic>
        <p:nvPicPr>
          <p:cNvPr id="48" name="Picture 47" descr="A black and white image of a black sky&#10;&#10;AI-generated content may be incorrect.">
            <a:extLst>
              <a:ext uri="{FF2B5EF4-FFF2-40B4-BE49-F238E27FC236}">
                <a16:creationId xmlns:a16="http://schemas.microsoft.com/office/drawing/2014/main" id="{9E7314D5-F35B-414F-0A99-5956F64F6D5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8" t="78755" r="62077"/>
          <a:stretch>
            <a:fillRect/>
          </a:stretch>
        </p:blipFill>
        <p:spPr>
          <a:xfrm rot="5400000">
            <a:off x="4006815" y="2513402"/>
            <a:ext cx="644687" cy="1294036"/>
          </a:xfrm>
          <a:prstGeom prst="rect">
            <a:avLst/>
          </a:prstGeom>
        </p:spPr>
      </p:pic>
      <p:pic>
        <p:nvPicPr>
          <p:cNvPr id="49" name="Picture 48" descr="A black and white image of a black sky&#10;&#10;AI-generated content may be incorrect.">
            <a:extLst>
              <a:ext uri="{FF2B5EF4-FFF2-40B4-BE49-F238E27FC236}">
                <a16:creationId xmlns:a16="http://schemas.microsoft.com/office/drawing/2014/main" id="{DDED44EF-3C8C-D7D3-DC7F-FD18F2A5E7D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7" t="49012" r="45588" b="29743"/>
          <a:stretch>
            <a:fillRect/>
          </a:stretch>
        </p:blipFill>
        <p:spPr>
          <a:xfrm rot="5400000">
            <a:off x="4006815" y="3449948"/>
            <a:ext cx="644687" cy="1294036"/>
          </a:xfrm>
          <a:prstGeom prst="rect">
            <a:avLst/>
          </a:prstGeom>
        </p:spPr>
      </p:pic>
      <p:pic>
        <p:nvPicPr>
          <p:cNvPr id="51" name="Picture 50" descr="A white spots in the sky&#10;&#10;AI-generated content may be incorrect.">
            <a:extLst>
              <a:ext uri="{FF2B5EF4-FFF2-40B4-BE49-F238E27FC236}">
                <a16:creationId xmlns:a16="http://schemas.microsoft.com/office/drawing/2014/main" id="{882D95E3-A008-8847-A66E-13CB4221BB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10" t="34806" r="62721" b="43992"/>
          <a:stretch>
            <a:fillRect/>
          </a:stretch>
        </p:blipFill>
        <p:spPr>
          <a:xfrm rot="5400000">
            <a:off x="5757791" y="1586583"/>
            <a:ext cx="651172" cy="1294034"/>
          </a:xfrm>
          <a:prstGeom prst="rect">
            <a:avLst/>
          </a:prstGeom>
        </p:spPr>
      </p:pic>
      <p:pic>
        <p:nvPicPr>
          <p:cNvPr id="52" name="Picture 51" descr="A white spots in the sky&#10;&#10;AI-generated content may be incorrect.">
            <a:extLst>
              <a:ext uri="{FF2B5EF4-FFF2-40B4-BE49-F238E27FC236}">
                <a16:creationId xmlns:a16="http://schemas.microsoft.com/office/drawing/2014/main" id="{CE99DF28-04E9-7BD6-F397-A8CFC46C63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80" t="78410" r="62051" b="388"/>
          <a:stretch>
            <a:fillRect/>
          </a:stretch>
        </p:blipFill>
        <p:spPr>
          <a:xfrm rot="5400000">
            <a:off x="5757791" y="2510159"/>
            <a:ext cx="651172" cy="1294034"/>
          </a:xfrm>
          <a:prstGeom prst="rect">
            <a:avLst/>
          </a:prstGeom>
        </p:spPr>
      </p:pic>
      <p:pic>
        <p:nvPicPr>
          <p:cNvPr id="53" name="Picture 52" descr="A white spots in the sky&#10;&#10;AI-generated content may be incorrect.">
            <a:extLst>
              <a:ext uri="{FF2B5EF4-FFF2-40B4-BE49-F238E27FC236}">
                <a16:creationId xmlns:a16="http://schemas.microsoft.com/office/drawing/2014/main" id="{0D6C5787-4EAF-D277-430D-F28A00FA9B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6" t="49740" r="45875" b="29058"/>
          <a:stretch>
            <a:fillRect/>
          </a:stretch>
        </p:blipFill>
        <p:spPr>
          <a:xfrm rot="5400000">
            <a:off x="5757791" y="3431812"/>
            <a:ext cx="651172" cy="129403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494B5FE-8AF7-53D9-B957-E3DC630CA4E5}"/>
              </a:ext>
            </a:extLst>
          </p:cNvPr>
          <p:cNvSpPr txBox="1"/>
          <p:nvPr/>
        </p:nvSpPr>
        <p:spPr>
          <a:xfrm>
            <a:off x="8772770" y="1443298"/>
            <a:ext cx="1294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eSRRF</a:t>
            </a:r>
            <a:r>
              <a:rPr lang="en-US" sz="1000" dirty="0"/>
              <a:t> </a:t>
            </a:r>
            <a:r>
              <a:rPr lang="en-US" sz="1000" dirty="0" err="1"/>
              <a:t>nanopyx</a:t>
            </a:r>
            <a:endParaRPr lang="de-CH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28E72E-568A-01C5-8E88-4C04057F7B3B}"/>
              </a:ext>
            </a:extLst>
          </p:cNvPr>
          <p:cNvSpPr txBox="1"/>
          <p:nvPr/>
        </p:nvSpPr>
        <p:spPr>
          <a:xfrm>
            <a:off x="10452793" y="1443298"/>
            <a:ext cx="1472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eSRRF</a:t>
            </a:r>
            <a:r>
              <a:rPr lang="en-US" sz="1000" dirty="0"/>
              <a:t> </a:t>
            </a:r>
            <a:r>
              <a:rPr lang="en-US" sz="1000" dirty="0" err="1"/>
              <a:t>nanopyx</a:t>
            </a:r>
            <a:r>
              <a:rPr lang="en-US" sz="1000" dirty="0"/>
              <a:t> + 25 RL</a:t>
            </a:r>
            <a:endParaRPr lang="de-CH" sz="1000" dirty="0"/>
          </a:p>
        </p:txBody>
      </p:sp>
      <p:pic>
        <p:nvPicPr>
          <p:cNvPr id="56" name="Picture 55" descr="A black and white image of a starry night&#10;&#10;AI-generated content may be incorrect.">
            <a:extLst>
              <a:ext uri="{FF2B5EF4-FFF2-40B4-BE49-F238E27FC236}">
                <a16:creationId xmlns:a16="http://schemas.microsoft.com/office/drawing/2014/main" id="{11C50891-CBC8-4B44-B8DB-656C605345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9" t="36105" r="63460" b="42697"/>
          <a:stretch>
            <a:fillRect/>
          </a:stretch>
        </p:blipFill>
        <p:spPr>
          <a:xfrm rot="5400000">
            <a:off x="9097444" y="1576853"/>
            <a:ext cx="644685" cy="1294036"/>
          </a:xfrm>
          <a:prstGeom prst="rect">
            <a:avLst/>
          </a:prstGeom>
        </p:spPr>
      </p:pic>
      <p:pic>
        <p:nvPicPr>
          <p:cNvPr id="57" name="Picture 56" descr="A black and white image of a starry night&#10;&#10;AI-generated content may be incorrect.">
            <a:extLst>
              <a:ext uri="{FF2B5EF4-FFF2-40B4-BE49-F238E27FC236}">
                <a16:creationId xmlns:a16="http://schemas.microsoft.com/office/drawing/2014/main" id="{E634A567-9F3D-16BB-0823-331ECACBE7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25" t="78802" r="61914"/>
          <a:stretch>
            <a:fillRect/>
          </a:stretch>
        </p:blipFill>
        <p:spPr>
          <a:xfrm rot="5400000">
            <a:off x="9097442" y="2498273"/>
            <a:ext cx="644685" cy="1294036"/>
          </a:xfrm>
          <a:prstGeom prst="rect">
            <a:avLst/>
          </a:prstGeom>
        </p:spPr>
      </p:pic>
      <p:pic>
        <p:nvPicPr>
          <p:cNvPr id="58" name="Picture 57" descr="A black and white image of a starry night&#10;&#10;AI-generated content may be incorrect.">
            <a:extLst>
              <a:ext uri="{FF2B5EF4-FFF2-40B4-BE49-F238E27FC236}">
                <a16:creationId xmlns:a16="http://schemas.microsoft.com/office/drawing/2014/main" id="{A263D5CB-4A2F-5A68-1CDB-BD05A819CC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44" t="50311" r="44895" b="28491"/>
          <a:stretch>
            <a:fillRect/>
          </a:stretch>
        </p:blipFill>
        <p:spPr>
          <a:xfrm rot="5400000">
            <a:off x="9097443" y="3405164"/>
            <a:ext cx="644685" cy="1294036"/>
          </a:xfrm>
          <a:prstGeom prst="rect">
            <a:avLst/>
          </a:prstGeom>
        </p:spPr>
      </p:pic>
      <p:pic>
        <p:nvPicPr>
          <p:cNvPr id="59" name="Picture 58" descr="White spots on a black background&#10;&#10;AI-generated content may be incorrect.">
            <a:extLst>
              <a:ext uri="{FF2B5EF4-FFF2-40B4-BE49-F238E27FC236}">
                <a16:creationId xmlns:a16="http://schemas.microsoft.com/office/drawing/2014/main" id="{49D5EA84-A8BB-6536-595C-114EA90FE2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6" t="35747" r="64061" b="43130"/>
          <a:stretch>
            <a:fillRect/>
          </a:stretch>
        </p:blipFill>
        <p:spPr>
          <a:xfrm rot="5400000">
            <a:off x="10851662" y="1570624"/>
            <a:ext cx="644685" cy="1294034"/>
          </a:xfrm>
          <a:prstGeom prst="rect">
            <a:avLst/>
          </a:prstGeom>
        </p:spPr>
      </p:pic>
      <p:pic>
        <p:nvPicPr>
          <p:cNvPr id="60" name="Picture 59" descr="White spots on a black background&#10;&#10;AI-generated content may be incorrect.">
            <a:extLst>
              <a:ext uri="{FF2B5EF4-FFF2-40B4-BE49-F238E27FC236}">
                <a16:creationId xmlns:a16="http://schemas.microsoft.com/office/drawing/2014/main" id="{A0BBDD41-649B-5D76-AE31-55684465AD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3" t="78998" r="62084" b="-121"/>
          <a:stretch>
            <a:fillRect/>
          </a:stretch>
        </p:blipFill>
        <p:spPr>
          <a:xfrm rot="5400000">
            <a:off x="10829306" y="2485211"/>
            <a:ext cx="644685" cy="1294034"/>
          </a:xfrm>
          <a:prstGeom prst="rect">
            <a:avLst/>
          </a:prstGeom>
        </p:spPr>
      </p:pic>
      <p:pic>
        <p:nvPicPr>
          <p:cNvPr id="61" name="Picture 60" descr="White spots on a black background&#10;&#10;AI-generated content may be incorrect.">
            <a:extLst>
              <a:ext uri="{FF2B5EF4-FFF2-40B4-BE49-F238E27FC236}">
                <a16:creationId xmlns:a16="http://schemas.microsoft.com/office/drawing/2014/main" id="{04B1D8DC-9A5A-F232-5BEC-7394EE3A51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44" t="50242" r="45433" b="28635"/>
          <a:stretch>
            <a:fillRect/>
          </a:stretch>
        </p:blipFill>
        <p:spPr>
          <a:xfrm rot="5400000">
            <a:off x="10851661" y="3426544"/>
            <a:ext cx="644685" cy="129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2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Widescreen</PresentationFormat>
  <Paragraphs>28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Barbato, Pasquale</dc:creator>
  <cp:lastModifiedBy>Barbato, Pasquale</cp:lastModifiedBy>
  <cp:revision>2</cp:revision>
  <dcterms:created xsi:type="dcterms:W3CDTF">2026-03-04T14:55:33Z</dcterms:created>
  <dcterms:modified xsi:type="dcterms:W3CDTF">2026-03-04T15:10:18Z</dcterms:modified>
</cp:coreProperties>
</file>